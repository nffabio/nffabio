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1"/>
  </p:notesMasterIdLst>
  <p:handoutMasterIdLst>
    <p:handoutMasterId r:id="rId12"/>
  </p:handoutMasterIdLst>
  <p:sldIdLst>
    <p:sldId id="312" r:id="rId5"/>
    <p:sldId id="304" r:id="rId6"/>
    <p:sldId id="307" r:id="rId7"/>
    <p:sldId id="281" r:id="rId8"/>
    <p:sldId id="314" r:id="rId9"/>
    <p:sldId id="297" r:id="rId10"/>
  </p:sldIdLst>
  <p:sldSz cx="12192000" cy="6858000"/>
  <p:notesSz cx="13716000" cy="24384000"/>
  <p:defaultTextStyle>
    <a:defPPr rtl="0">
      <a:defRPr lang="de-DE"/>
    </a:defPPr>
    <a:lvl1pPr marL="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30" d="100"/>
          <a:sy n="30" d="100"/>
        </p:scale>
        <p:origin x="4452" y="3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61F194BD-2269-4EFA-851F-443B834DD978}" type="datetimeyyyy">
              <a:rPr lang="de-DE" smtClean="0"/>
              <a:t>2024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420BD0AB-C59E-4A46-83D3-F07787446BA0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de-DE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bbildung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ihand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8" name="Freihand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ihand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  <p:sp>
          <p:nvSpPr>
            <p:cNvPr id="11" name="Freihand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14" name="Bild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de-DE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de-DE" sz="18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führ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ihandform: Form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/>
            </a:p>
          </p:txBody>
        </p:sp>
        <p:sp>
          <p:nvSpPr>
            <p:cNvPr id="15" name="Freihandform: Form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16" name="Bild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2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de-DE" sz="3600" b="1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de-DE" sz="1800"/>
            </a:lvl1pPr>
          </a:lstStyle>
          <a:p>
            <a:pPr lvl="0"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sp>
        <p:nvSpPr>
          <p:cNvPr id="36" name="Freihand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3" name="Freihand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lvl="0" algn="ctr" rtl="0"/>
            <a:endParaRPr lang="de-DE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Klicken Sie, um Text hinzuzufügen.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de-DE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de-DE" sz="24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sp>
        <p:nvSpPr>
          <p:cNvPr id="52" name="Bildplatzhalt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de-DE" sz="1800"/>
            </a:lvl1pPr>
          </a:lstStyle>
          <a:p>
            <a:pPr lvl="0"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ild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3" name="Freihandform: Form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9" name="Freihand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31" name="Freihand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33" name="Bild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de-DE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3" name="Inhaltsplatzhalt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8" name="Foliennummernplatzhalt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gleich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1" name="Abbildung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13" name="Bild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ihandform: Form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7" name="Bild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19" name="Bild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Foliennummernplatzhalt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de-DE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de-DE" sz="24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ihand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9" name="Foliennummernplatzhalt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3" name="Inhaltsplatzhalt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/>
            </a:lvl1pPr>
            <a:lvl2pPr marL="283464" indent="-283464">
              <a:spcBef>
                <a:spcPts val="1000"/>
              </a:spcBef>
              <a:defRPr lang="de-DE" sz="1800"/>
            </a:lvl2pPr>
            <a:lvl3pPr marL="283464" indent="-283464">
              <a:spcBef>
                <a:spcPts val="1000"/>
              </a:spcBef>
              <a:defRPr lang="de-DE" sz="1800"/>
            </a:lvl3pPr>
            <a:lvl4pPr marL="283464" indent="-283464">
              <a:spcBef>
                <a:spcPts val="1000"/>
              </a:spcBef>
              <a:defRPr lang="de-DE" sz="1800"/>
            </a:lvl4pPr>
            <a:lvl5pPr marL="283464"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5" name="Inhaltsplatzhalt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/>
            </a:lvl1pPr>
            <a:lvl2pPr marL="283464" indent="-283464">
              <a:spcBef>
                <a:spcPts val="1000"/>
              </a:spcBef>
              <a:defRPr lang="de-DE" sz="1800"/>
            </a:lvl2pPr>
            <a:lvl3pPr marL="283464" indent="-283464">
              <a:spcBef>
                <a:spcPts val="1000"/>
              </a:spcBef>
              <a:defRPr lang="de-DE" sz="1800"/>
            </a:lvl3pPr>
            <a:lvl4pPr marL="283464" indent="-283464">
              <a:spcBef>
                <a:spcPts val="1000"/>
              </a:spcBef>
              <a:defRPr lang="de-DE" sz="1800"/>
            </a:lvl4pPr>
            <a:lvl5pPr marL="283464"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achs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hteck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de-DE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de-DE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de-DE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de-DE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de-DE" sz="1800"/>
            </a:lvl4pPr>
            <a:lvl5pPr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de-DE" sz="1800"/>
            </a:lvl1pPr>
            <a:lvl2pPr indent="-283464">
              <a:spcBef>
                <a:spcPts val="1000"/>
              </a:spcBef>
              <a:defRPr lang="de-DE" sz="1800"/>
            </a:lvl2pPr>
            <a:lvl3pPr indent="-283464">
              <a:spcBef>
                <a:spcPts val="1000"/>
              </a:spcBef>
              <a:defRPr lang="de-DE" sz="1800"/>
            </a:lvl3pPr>
            <a:lvl4pPr indent="-283464">
              <a:spcBef>
                <a:spcPts val="1000"/>
              </a:spcBef>
              <a:defRPr lang="de-DE" sz="1800"/>
            </a:lvl4pPr>
            <a:lvl5pPr indent="-283464"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de-DE" sz="1800"/>
            </a:lvl1pPr>
          </a:lstStyle>
          <a:p>
            <a:pPr lvl="0" rtl="0"/>
            <a:r>
              <a:rPr lang="de-DE"/>
              <a:t>Klicken, um Bild hinzuzufügen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ihandform: Form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/>
            </a:p>
          </p:txBody>
        </p:sp>
        <p:sp>
          <p:nvSpPr>
            <p:cNvPr id="21" name="Freihandform: Form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22" name="Freihandform: Form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</a:lstStyle>
            <a:p>
              <a:pPr lvl="0" rtl="0"/>
              <a:endParaRPr lang="de-DE" dirty="0">
                <a:solidFill>
                  <a:schemeClr val="tx1"/>
                </a:solidFill>
              </a:endParaRPr>
            </a:p>
          </p:txBody>
        </p:sp>
        <p:sp>
          <p:nvSpPr>
            <p:cNvPr id="23" name="Bild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</a:lstStyle>
            <a:p>
              <a:pPr rtl="0"/>
              <a:endParaRPr lang="de-DE" dirty="0"/>
            </a:p>
          </p:txBody>
        </p:sp>
      </p:grpSp>
      <p:sp>
        <p:nvSpPr>
          <p:cNvPr id="44" name="Foliennummernplatzhalt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6" name="Bild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21" name="Bild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ihand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 b="1"/>
            </a:lvl1pPr>
          </a:lstStyle>
          <a:p>
            <a:pPr rt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de-DE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de-DE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de-DE" sz="2400"/>
            </a:lvl3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de-DE" sz="1800"/>
            </a:lvl1pPr>
          </a:lstStyle>
          <a:p>
            <a:pPr rt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0" name="Foliennummernplatzhalt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achse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ihand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0" name="Bild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de-DE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" name="Textplatzhalt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de-DE" sz="1800"/>
            </a:lvl1pPr>
          </a:lstStyle>
          <a:p>
            <a:pPr rtl="0"/>
            <a:r>
              <a:rPr lang="de-DE"/>
              <a:t>Untertitel durch Klicken hinzufügen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de-DE" sz="1800"/>
            </a:lvl1pPr>
            <a:lvl2pPr>
              <a:defRPr lang="de-DE" sz="1800"/>
            </a:lvl2pPr>
            <a:lvl3pPr>
              <a:defRPr lang="de-DE" sz="1800"/>
            </a:lvl3pPr>
            <a:lvl4pPr>
              <a:defRPr lang="de-DE" sz="1800"/>
            </a:lvl4pPr>
            <a:lvl5pPr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0" name="Foliennummernplatzhalt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usammenfassung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de-DE" sz="3600" b="1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9" name="Freihand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16" name="Inhaltsplatzhalt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8" name="Inhaltsplatzhalt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7" name="Foliennummernplatzhalt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Bild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achs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hteck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de-DE"/>
            </a:defPPr>
          </a:lstStyle>
          <a:p>
            <a:pPr algn="ctr" rtl="0"/>
            <a:endParaRPr lang="de-DE" sz="450" dirty="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sz="160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de-DE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4" name="Inhaltsplatzhalt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de-DE" sz="1800"/>
            </a:lvl1pPr>
            <a:lvl2pPr>
              <a:spcBef>
                <a:spcPts val="1000"/>
              </a:spcBef>
              <a:defRPr lang="de-DE" sz="1800"/>
            </a:lvl2pPr>
            <a:lvl3pPr>
              <a:spcBef>
                <a:spcPts val="1000"/>
              </a:spcBef>
              <a:defRPr lang="de-DE" sz="1800"/>
            </a:lvl3pPr>
            <a:lvl4pPr>
              <a:spcBef>
                <a:spcPts val="1000"/>
              </a:spcBef>
              <a:defRPr lang="de-DE" sz="1800"/>
            </a:lvl4pPr>
            <a:lvl5pPr>
              <a:spcBef>
                <a:spcPts val="1000"/>
              </a:spcBef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6" name="Foliennummernplatzhalt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de-DE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bemerku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pic>
        <p:nvPicPr>
          <p:cNvPr id="9" name="Bild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de-DE" sz="2400"/>
            </a:lvl1pPr>
            <a:lvl2pPr marL="457200" indent="0" algn="ctr">
              <a:buNone/>
              <a:defRPr lang="de-DE" sz="2000"/>
            </a:lvl2pPr>
            <a:lvl3pPr marL="914400" indent="0" algn="ctr">
              <a:buNone/>
              <a:defRPr lang="de-DE" sz="1800"/>
            </a:lvl3pPr>
            <a:lvl4pPr marL="1371600" indent="0" algn="ctr">
              <a:buNone/>
              <a:defRPr lang="de-DE" sz="1600"/>
            </a:lvl4pPr>
            <a:lvl5pPr marL="1828800" indent="0" algn="ctr">
              <a:buNone/>
              <a:defRPr lang="de-DE" sz="1600"/>
            </a:lvl5pPr>
            <a:lvl6pPr marL="2286000" indent="0" algn="ctr">
              <a:buNone/>
              <a:defRPr lang="de-DE" sz="1600"/>
            </a:lvl6pPr>
            <a:lvl7pPr marL="2743200" indent="0" algn="ctr">
              <a:buNone/>
              <a:defRPr lang="de-DE" sz="1600"/>
            </a:lvl7pPr>
            <a:lvl8pPr marL="3200400" indent="0" algn="ctr">
              <a:buNone/>
              <a:defRPr lang="de-DE" sz="1600"/>
            </a:lvl8pPr>
            <a:lvl9pPr marL="3657600" indent="0" algn="ctr">
              <a:buNone/>
              <a:defRPr lang="de-DE" sz="1600"/>
            </a:lvl9pPr>
          </a:lstStyle>
          <a:p>
            <a:pPr rtl="0"/>
            <a:r>
              <a:rPr lang="de-DE"/>
              <a:t>Untertitel durch Klicken hinzufügen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de-DE"/>
            </a:def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de-DE" sz="1600"/>
            </a:lvl1pPr>
            <a:lvl2pPr marL="457200" indent="0">
              <a:buNone/>
              <a:defRPr lang="de-DE" sz="1400"/>
            </a:lvl2pPr>
            <a:lvl3pPr marL="914400" indent="0">
              <a:buNone/>
              <a:defRPr lang="de-DE" sz="1200"/>
            </a:lvl3pPr>
            <a:lvl4pPr marL="1371600" indent="0">
              <a:buNone/>
              <a:defRPr lang="de-DE" sz="1000"/>
            </a:lvl4pPr>
            <a:lvl5pPr marL="1828800" indent="0">
              <a:buNone/>
              <a:defRPr lang="de-DE" sz="1000"/>
            </a:lvl5pPr>
            <a:lvl6pPr marL="2286000" indent="0">
              <a:buNone/>
              <a:defRPr lang="de-DE" sz="1000"/>
            </a:lvl6pPr>
            <a:lvl7pPr marL="2743200" indent="0">
              <a:buNone/>
              <a:defRPr lang="de-DE" sz="1000"/>
            </a:lvl7pPr>
            <a:lvl8pPr marL="3200400" indent="0">
              <a:buNone/>
              <a:defRPr lang="de-DE" sz="1000"/>
            </a:lvl8pPr>
            <a:lvl9pPr marL="3657600" indent="0">
              <a:buNone/>
              <a:defRPr lang="de-DE" sz="10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de-DE" sz="3200"/>
            </a:lvl1pPr>
            <a:lvl2pPr>
              <a:defRPr lang="de-DE" sz="2800"/>
            </a:lvl2pPr>
            <a:lvl3pPr>
              <a:defRPr lang="de-DE" sz="2400"/>
            </a:lvl3pPr>
            <a:lvl4pPr>
              <a:defRPr lang="de-DE" sz="2000"/>
            </a:lvl4pPr>
            <a:lvl5pPr>
              <a:defRPr lang="de-DE" sz="2000"/>
            </a:lvl5pPr>
            <a:lvl6pPr>
              <a:defRPr lang="de-DE" sz="2000"/>
            </a:lvl6pPr>
            <a:lvl7pPr>
              <a:defRPr lang="de-DE" sz="2000"/>
            </a:lvl7pPr>
            <a:lvl8pPr>
              <a:defRPr lang="de-DE" sz="2000"/>
            </a:lvl8pPr>
            <a:lvl9pPr>
              <a:defRPr lang="de-DE" sz="2000"/>
            </a:lvl9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</a:lstStyle>
          <a:p>
            <a:pPr lvl="0" rtl="0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de-DE" sz="32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de-DE">
                <a:latin typeface="+mn-lt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de-DE" sz="1600"/>
            </a:lvl1pPr>
            <a:lvl2pPr marL="457200" indent="0">
              <a:buNone/>
              <a:defRPr lang="de-DE" sz="1400"/>
            </a:lvl2pPr>
            <a:lvl3pPr marL="914400" indent="0">
              <a:buNone/>
              <a:defRPr lang="de-DE" sz="1200"/>
            </a:lvl3pPr>
            <a:lvl4pPr marL="1371600" indent="0">
              <a:buNone/>
              <a:defRPr lang="de-DE" sz="1000"/>
            </a:lvl4pPr>
            <a:lvl5pPr marL="1828800" indent="0">
              <a:buNone/>
              <a:defRPr lang="de-DE" sz="1000"/>
            </a:lvl5pPr>
            <a:lvl6pPr marL="2286000" indent="0">
              <a:buNone/>
              <a:defRPr lang="de-DE" sz="1000"/>
            </a:lvl6pPr>
            <a:lvl7pPr marL="2743200" indent="0">
              <a:buNone/>
              <a:defRPr lang="de-DE" sz="1000"/>
            </a:lvl7pPr>
            <a:lvl8pPr marL="3200400" indent="0">
              <a:buNone/>
              <a:defRPr lang="de-DE" sz="1000"/>
            </a:lvl8pPr>
            <a:lvl9pPr marL="3657600" indent="0">
              <a:buNone/>
              <a:defRPr lang="de-DE" sz="1000"/>
            </a:lvl9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de-DE" sz="2800"/>
            </a:lvl1pPr>
            <a:lvl2pPr marL="457200" indent="0">
              <a:buNone/>
              <a:defRPr lang="de-DE" sz="2800"/>
            </a:lvl2pPr>
            <a:lvl3pPr marL="914400" indent="0">
              <a:buNone/>
              <a:defRPr lang="de-DE" sz="2400"/>
            </a:lvl3pPr>
            <a:lvl4pPr marL="1371600" indent="0">
              <a:buNone/>
              <a:defRPr lang="de-DE" sz="2000"/>
            </a:lvl4pPr>
            <a:lvl5pPr marL="1828800" indent="0">
              <a:buNone/>
              <a:defRPr lang="de-DE" sz="2000"/>
            </a:lvl5pPr>
            <a:lvl6pPr marL="2286000" indent="0">
              <a:buNone/>
              <a:defRPr lang="de-DE" sz="2000"/>
            </a:lvl6pPr>
            <a:lvl7pPr marL="2743200" indent="0">
              <a:buNone/>
              <a:defRPr lang="de-DE" sz="2000"/>
            </a:lvl7pPr>
            <a:lvl8pPr marL="3200400" indent="0">
              <a:buNone/>
              <a:defRPr lang="de-DE" sz="2000"/>
            </a:lvl8pPr>
            <a:lvl9pPr marL="3657600" indent="0">
              <a:buNone/>
              <a:defRPr lang="de-DE" sz="2000"/>
            </a:lvl9pPr>
          </a:lstStyle>
          <a:p>
            <a:pPr rtl="0"/>
            <a:r>
              <a:rPr lang="de-DE"/>
              <a:t>Klicken, um Bild hinzuzufügen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de-DE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de-DE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de-DE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1" y="810227"/>
            <a:ext cx="5746140" cy="3831221"/>
          </a:xfrm>
        </p:spPr>
        <p:txBody>
          <a:bodyPr rtlCol="0" anchor="ctr"/>
          <a:lstStyle>
            <a:defPPr>
              <a:defRPr lang="de-DE"/>
            </a:defPPr>
          </a:lstStyle>
          <a:p>
            <a:pPr rtl="0"/>
            <a:r>
              <a:rPr lang="de-DE" dirty="0"/>
              <a:t>3d Portfolio</a:t>
            </a:r>
            <a:br>
              <a:rPr lang="de-DE" dirty="0"/>
            </a:br>
            <a:r>
              <a:rPr lang="de-DE" dirty="0"/>
              <a:t>„</a:t>
            </a:r>
            <a:r>
              <a:rPr lang="de-DE" dirty="0" err="1"/>
              <a:t>NFFabi</a:t>
            </a:r>
            <a:r>
              <a:rPr lang="de-DE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3d </a:t>
            </a:r>
            <a:r>
              <a:rPr lang="de-DE" dirty="0" err="1"/>
              <a:t>object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 rtlCol="0"/>
          <a:lstStyle>
            <a:defPPr>
              <a:defRPr lang="de-DE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de-DE" dirty="0"/>
              <a:t>10 – 12 Stunden </a:t>
            </a:r>
            <a:r>
              <a:rPr lang="de-DE" dirty="0" err="1"/>
              <a:t>arbeit</a:t>
            </a:r>
            <a:endParaRPr lang="de-DE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de-DE" dirty="0"/>
              <a:t>Altes </a:t>
            </a:r>
            <a:r>
              <a:rPr lang="de-DE" dirty="0" err="1"/>
              <a:t>currupted</a:t>
            </a:r>
            <a:endParaRPr lang="de-DE" dirty="0"/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de-DE" dirty="0"/>
              <a:t>Blender</a:t>
            </a:r>
          </a:p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48F63A3B-78C7-47BE-AE5E-E10140E04643}" type="slidenum">
              <a:rPr lang="de-DE" smtClean="0"/>
              <a:pPr/>
              <a:t>2</a:t>
            </a:fld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3DC1890-5238-7403-C21C-FD2E2E5A0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179" y="159553"/>
            <a:ext cx="6282537" cy="485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 rtlCol="0" anchor="b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 err="1"/>
              <a:t>Svg</a:t>
            </a:r>
            <a:r>
              <a:rPr lang="de-DE" dirty="0"/>
              <a:t> (Masken)</a:t>
            </a:r>
            <a:br>
              <a:rPr lang="de-DE" dirty="0"/>
            </a:br>
            <a:r>
              <a:rPr lang="de-DE" dirty="0" err="1"/>
              <a:t>animation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EF40FFE-5E67-A324-6D94-901111D02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31242"/>
            <a:ext cx="5259554" cy="1788248"/>
          </a:xfrm>
          <a:prstGeom prst="rect">
            <a:avLst/>
          </a:prstGeom>
          <a:noFill/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C09BC08-4700-B09A-A834-7F507032F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194" y="2227795"/>
            <a:ext cx="4344695" cy="2813189"/>
          </a:xfrm>
          <a:prstGeom prst="rect">
            <a:avLst/>
          </a:prstGeom>
          <a:noFill/>
        </p:spPr>
      </p:pic>
      <p:sp>
        <p:nvSpPr>
          <p:cNvPr id="11" name="Slide Number Placeholder 3" hidden="1">
            <a:extLst>
              <a:ext uri="{FF2B5EF4-FFF2-40B4-BE49-F238E27FC236}">
                <a16:creationId xmlns:a16="http://schemas.microsoft.com/office/drawing/2014/main" id="{8613FD4C-7C51-272A-993C-B942C61F1CC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48F63A3B-78C7-47BE-AE5E-E10140E04643}" type="slidenum">
              <a:rPr lang="de-DE" smtClean="0"/>
              <a:pPr rtl="0">
                <a:spcAft>
                  <a:spcPts val="600"/>
                </a:spcAft>
              </a:pPr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 rtlCol="0" anchor="ctr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 err="1"/>
              <a:t>GSAp</a:t>
            </a:r>
            <a:r>
              <a:rPr lang="de-DE" dirty="0"/>
              <a:t> Nav </a:t>
            </a:r>
            <a:r>
              <a:rPr lang="de-DE" dirty="0" err="1"/>
              <a:t>Impleentierung</a:t>
            </a:r>
            <a:endParaRPr lang="de-DE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CCC7B059-E4C1-266D-608C-5E6A1AF8D6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7850"/>
          <a:stretch/>
        </p:blipFill>
        <p:spPr>
          <a:xfrm>
            <a:off x="1831880" y="0"/>
            <a:ext cx="1567625" cy="63595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 rtlCol="0" anchor="b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 dirty="0" err="1"/>
              <a:t>Svg</a:t>
            </a:r>
            <a:r>
              <a:rPr lang="de-DE" dirty="0"/>
              <a:t> </a:t>
            </a:r>
            <a:r>
              <a:rPr lang="de-DE" dirty="0" err="1"/>
              <a:t>LinienZeichnung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 rtlCol="0">
            <a:normAutofit/>
          </a:bodyPr>
          <a:lstStyle>
            <a:defPPr>
              <a:defRPr lang="de-DE"/>
            </a:defPPr>
          </a:lstStyle>
          <a:p>
            <a:pPr rtl="0">
              <a:spcAft>
                <a:spcPts val="600"/>
              </a:spcAft>
            </a:pPr>
            <a:r>
              <a:rPr lang="de-DE"/>
              <a:t>Verbessern Ihrer Präsentation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9AE0932-2746-EB67-32AE-BFB5E358A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57942"/>
            <a:ext cx="6500005" cy="1722501"/>
          </a:xfrm>
          <a:prstGeom prst="rect">
            <a:avLst/>
          </a:prstGeom>
          <a:noFill/>
        </p:spPr>
      </p:pic>
      <p:sp>
        <p:nvSpPr>
          <p:cNvPr id="3" name="Foliennummernplatzhalter 2" hidden="1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de-DE"/>
            </a:defPPr>
          </a:lstStyle>
          <a:p>
            <a:pPr rtl="0">
              <a:spcAft>
                <a:spcPts val="600"/>
              </a:spcAft>
            </a:pPr>
            <a:fld id="{48F63A3B-78C7-47BE-AE5E-E10140E04643}" type="slidenum">
              <a:rPr lang="de-DE" smtClean="0"/>
              <a:pPr rtl="0">
                <a:spcAft>
                  <a:spcPts val="600"/>
                </a:spcAft>
              </a:pPr>
              <a:t>5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7BD8F8E-22D8-99D9-C635-C76CE8862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068" y="766835"/>
            <a:ext cx="6172673" cy="181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3213716" cy="2727709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 err="1"/>
              <a:t>DoKtitel</a:t>
            </a:r>
            <a:r>
              <a:rPr lang="de-DE" dirty="0"/>
              <a:t>-Animation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49D98AD-AE1B-52BD-C1E7-5F6DAA971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1" y="3935650"/>
            <a:ext cx="9373908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6_TF78438558_Win32" id="{E5260DE1-892A-45A6-87FB-B6B6CDB6D88C}" vid="{7982CA12-75BD-4F5A-9434-39D83265C9EF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{42A8C372-298C-4972-9AF8-205EF2549130}tf78438558_win32</Template>
  <TotalTime>0</TotalTime>
  <Words>34</Words>
  <Application>Microsoft Office PowerPoint</Application>
  <PresentationFormat>Breitbild</PresentationFormat>
  <Paragraphs>13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Sabon Next LT</vt:lpstr>
      <vt:lpstr>Benutzerdefiniert</vt:lpstr>
      <vt:lpstr>3d Portfolio „NFFabi“</vt:lpstr>
      <vt:lpstr>3d object</vt:lpstr>
      <vt:lpstr>Svg (Masken) animation</vt:lpstr>
      <vt:lpstr>GSAp Nav Impleentierung</vt:lpstr>
      <vt:lpstr>Svg LinienZeichnung</vt:lpstr>
      <vt:lpstr>DoKtitel-Animation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Neundlinger Fabio</dc:creator>
  <cp:lastModifiedBy>Neundlinger Fabio</cp:lastModifiedBy>
  <cp:revision>1</cp:revision>
  <dcterms:created xsi:type="dcterms:W3CDTF">2024-06-11T21:23:04Z</dcterms:created>
  <dcterms:modified xsi:type="dcterms:W3CDTF">2024-06-11T21:46:48Z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